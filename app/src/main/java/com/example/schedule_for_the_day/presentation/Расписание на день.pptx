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60" r:id="rId6"/>
    <p:sldId id="259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11D5-657B-43EA-90D3-7812BDB7DC58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D4B7-A851-4FB4-8B56-0F9F500250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61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11D5-657B-43EA-90D3-7812BDB7DC58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D4B7-A851-4FB4-8B56-0F9F500250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370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11D5-657B-43EA-90D3-7812BDB7DC58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D4B7-A851-4FB4-8B56-0F9F500250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111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11D5-657B-43EA-90D3-7812BDB7DC58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D4B7-A851-4FB4-8B56-0F9F500250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557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11D5-657B-43EA-90D3-7812BDB7DC58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D4B7-A851-4FB4-8B56-0F9F500250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737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11D5-657B-43EA-90D3-7812BDB7DC58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D4B7-A851-4FB4-8B56-0F9F500250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022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11D5-657B-43EA-90D3-7812BDB7DC58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D4B7-A851-4FB4-8B56-0F9F500250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650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11D5-657B-43EA-90D3-7812BDB7DC58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D4B7-A851-4FB4-8B56-0F9F500250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079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11D5-657B-43EA-90D3-7812BDB7DC58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D4B7-A851-4FB4-8B56-0F9F500250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07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11D5-657B-43EA-90D3-7812BDB7DC58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D4B7-A851-4FB4-8B56-0F9F500250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658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11D5-657B-43EA-90D3-7812BDB7DC58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D4B7-A851-4FB4-8B56-0F9F500250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8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E11D5-657B-43EA-90D3-7812BDB7DC58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8D4B7-A851-4FB4-8B56-0F9F500250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928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Расписание на день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 smtClean="0"/>
              <a:t>Заливакин</a:t>
            </a:r>
            <a:r>
              <a:rPr lang="ru-RU" dirty="0" smtClean="0"/>
              <a:t> Тимофей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6523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Приложение для планирования расписания на день на </a:t>
            </a:r>
            <a:r>
              <a:rPr lang="ru-RU" dirty="0" err="1" smtClean="0"/>
              <a:t>андроид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Язык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en-US" smtClean="0"/>
              <a:t>Kotlin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000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Главный экран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ru-RU" dirty="0" smtClean="0"/>
              <a:t>Столбик с расписанием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/>
              <a:t>Кнопка добавление событий 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/>
              <a:t>Кнопка настроек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/>
              <a:t>Можно помечать выполнен ли пункт</a:t>
            </a: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600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Экран настроек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ru-RU" dirty="0" smtClean="0"/>
              <a:t>Смена темы 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/>
              <a:t>Смена языка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927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Сохранение изменений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Есть возможность сохранения расписания и настроек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970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Фотографии интерфейса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419" y="1690688"/>
            <a:ext cx="2029246" cy="453198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77" y="1690689"/>
            <a:ext cx="2041488" cy="453198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801" y="1686747"/>
            <a:ext cx="2003267" cy="453592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5992" y="1686747"/>
            <a:ext cx="2067808" cy="459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984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48</Words>
  <Application>Microsoft Office PowerPoint</Application>
  <PresentationFormat>Широкоэкранный</PresentationFormat>
  <Paragraphs>16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Расписание на день</vt:lpstr>
      <vt:lpstr>Описание</vt:lpstr>
      <vt:lpstr>Главный экран</vt:lpstr>
      <vt:lpstr>Экран настроек</vt:lpstr>
      <vt:lpstr>Сохранение изменений</vt:lpstr>
      <vt:lpstr>Фотографии интерфейса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</dc:title>
  <dc:creator>User</dc:creator>
  <cp:lastModifiedBy>User</cp:lastModifiedBy>
  <cp:revision>4</cp:revision>
  <dcterms:created xsi:type="dcterms:W3CDTF">2026-07-22T08:15:11Z</dcterms:created>
  <dcterms:modified xsi:type="dcterms:W3CDTF">2026-07-22T09:22:05Z</dcterms:modified>
</cp:coreProperties>
</file>